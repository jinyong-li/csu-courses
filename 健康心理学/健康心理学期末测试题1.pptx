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FD2D-A4A1-4346-A35B-D00AED301B89}" type="datetimeFigureOut">
              <a:rPr lang="zh-CN" altLang="en-US" smtClean="0"/>
              <a:t>2022/6/7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10CAE44-1756-4C32-BBFB-93791BFD699E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1849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FD2D-A4A1-4346-A35B-D00AED301B89}" type="datetimeFigureOut">
              <a:rPr lang="zh-CN" altLang="en-US" smtClean="0"/>
              <a:t>2022/6/7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CAE44-1756-4C32-BBFB-93791BFD699E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0941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FD2D-A4A1-4346-A35B-D00AED301B89}" type="datetimeFigureOut">
              <a:rPr lang="zh-CN" altLang="en-US" smtClean="0"/>
              <a:t>2022/6/7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CAE44-1756-4C32-BBFB-93791BFD699E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0877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FD2D-A4A1-4346-A35B-D00AED301B89}" type="datetimeFigureOut">
              <a:rPr lang="zh-CN" altLang="en-US" smtClean="0"/>
              <a:t>2022/6/7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CAE44-1756-4C32-BBFB-93791BFD699E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3308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FD2D-A4A1-4346-A35B-D00AED301B89}" type="datetimeFigureOut">
              <a:rPr lang="zh-CN" altLang="en-US" smtClean="0"/>
              <a:t>2022/6/7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CAE44-1756-4C32-BBFB-93791BFD699E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0306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FD2D-A4A1-4346-A35B-D00AED301B89}" type="datetimeFigureOut">
              <a:rPr lang="zh-CN" altLang="en-US" smtClean="0"/>
              <a:t>2022/6/7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CAE44-1756-4C32-BBFB-93791BFD699E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7542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FD2D-A4A1-4346-A35B-D00AED301B89}" type="datetimeFigureOut">
              <a:rPr lang="zh-CN" altLang="en-US" smtClean="0"/>
              <a:t>2022/6/7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CAE44-1756-4C32-BBFB-93791BFD69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6574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FD2D-A4A1-4346-A35B-D00AED301B89}" type="datetimeFigureOut">
              <a:rPr lang="zh-CN" altLang="en-US" smtClean="0"/>
              <a:t>2022/6/7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CAE44-1756-4C32-BBFB-93791BFD699E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4687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C165FD2D-A4A1-4346-A35B-D00AED301B89}" type="datetimeFigureOut">
              <a:rPr lang="zh-CN" altLang="en-US" smtClean="0"/>
              <a:t>2022/6/7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CAE44-1756-4C32-BBFB-93791BFD699E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1603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FD2D-A4A1-4346-A35B-D00AED301B89}" type="datetimeFigureOut">
              <a:rPr lang="zh-CN" altLang="en-US" smtClean="0"/>
              <a:t>2022/6/7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CAE44-1756-4C32-BBFB-93791BFD699E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6947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FD2D-A4A1-4346-A35B-D00AED301B89}" type="datetimeFigureOut">
              <a:rPr lang="zh-CN" altLang="en-US" smtClean="0"/>
              <a:t>2022/6/7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CAE44-1756-4C32-BBFB-93791BFD699E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667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65FD2D-A4A1-4346-A35B-D00AED301B89}" type="datetimeFigureOut">
              <a:rPr lang="zh-CN" altLang="en-US" smtClean="0"/>
              <a:t>2022/6/7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0CAE44-1756-4C32-BBFB-93791BFD699E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4820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10ABCE37-25CB-31C5-97DA-20113D09F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健康心理学期末测试题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89906DD-1DC1-C3F2-231A-48E7FC9E5C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以下皆为论述题：</a:t>
            </a:r>
            <a:endParaRPr lang="en-US" altLang="zh-CN" b="1" dirty="0"/>
          </a:p>
          <a:p>
            <a:r>
              <a:rPr lang="en-US" altLang="zh-CN" b="1" dirty="0"/>
              <a:t>1</a:t>
            </a:r>
            <a:r>
              <a:rPr lang="zh-CN" altLang="en-US" b="1" dirty="0"/>
              <a:t>心理健康良好与不良，在思维、情绪、行为、社会适应等方面的不同。</a:t>
            </a:r>
            <a:endParaRPr lang="en-US" altLang="zh-CN" b="1" dirty="0"/>
          </a:p>
          <a:p>
            <a:r>
              <a:rPr lang="en-US" altLang="zh-CN" b="1" dirty="0"/>
              <a:t>2</a:t>
            </a:r>
            <a:r>
              <a:rPr lang="zh-CN" altLang="en-US" b="1" dirty="0"/>
              <a:t>人际沟通中的性别差异</a:t>
            </a:r>
            <a:endParaRPr lang="en-US" altLang="zh-CN" b="1" dirty="0"/>
          </a:p>
          <a:p>
            <a:r>
              <a:rPr lang="en-US" altLang="zh-CN" b="1" dirty="0"/>
              <a:t>3</a:t>
            </a:r>
            <a:r>
              <a:rPr lang="zh-CN" altLang="en-US" b="1" dirty="0"/>
              <a:t>负面情绪对心理健康的影响</a:t>
            </a:r>
            <a:endParaRPr lang="en-US" altLang="zh-CN" b="1" dirty="0"/>
          </a:p>
          <a:p>
            <a:r>
              <a:rPr lang="en-US" altLang="zh-CN" b="1" dirty="0"/>
              <a:t>4</a:t>
            </a:r>
            <a:r>
              <a:rPr lang="zh-CN" altLang="en-US" b="1" dirty="0"/>
              <a:t>幸福而稳定</a:t>
            </a:r>
            <a:r>
              <a:rPr lang="zh-CN" altLang="en-US" b="1"/>
              <a:t>的婚姻要素</a:t>
            </a:r>
            <a:r>
              <a:rPr lang="zh-CN" altLang="en-US" b="1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485493072"/>
      </p:ext>
    </p:extLst>
  </p:cSld>
  <p:clrMapOvr>
    <a:masterClrMapping/>
  </p:clrMapOvr>
</p:sld>
</file>

<file path=ppt/theme/theme1.xml><?xml version="1.0" encoding="utf-8"?>
<a:theme xmlns:a="http://schemas.openxmlformats.org/drawingml/2006/main" name="画廊">
  <a:themeElements>
    <a:clrScheme name="画廊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画廊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画廊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</TotalTime>
  <Words>49</Words>
  <Application>Microsoft Office PowerPoint</Application>
  <PresentationFormat>宽屏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Gill Sans MT</vt:lpstr>
      <vt:lpstr>画廊</vt:lpstr>
      <vt:lpstr>健康心理学期末测试题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健康心理学期末测试题</dc:title>
  <dc:creator>Doudou</dc:creator>
  <cp:lastModifiedBy>Doudou</cp:lastModifiedBy>
  <cp:revision>1</cp:revision>
  <dcterms:created xsi:type="dcterms:W3CDTF">2022-06-07T02:28:08Z</dcterms:created>
  <dcterms:modified xsi:type="dcterms:W3CDTF">2022-06-07T02:32:02Z</dcterms:modified>
</cp:coreProperties>
</file>