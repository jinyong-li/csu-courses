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0CFE2-C8A0-4B62-8E51-9C03D9A3F48F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0C365C6-BAE6-4AB3-ADC5-408F9416DC6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820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0CFE2-C8A0-4B62-8E51-9C03D9A3F48F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365C6-BAE6-4AB3-ADC5-408F9416DC6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568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0CFE2-C8A0-4B62-8E51-9C03D9A3F48F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365C6-BAE6-4AB3-ADC5-408F9416DC6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617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0CFE2-C8A0-4B62-8E51-9C03D9A3F48F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365C6-BAE6-4AB3-ADC5-408F9416DC6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26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0CFE2-C8A0-4B62-8E51-9C03D9A3F48F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365C6-BAE6-4AB3-ADC5-408F9416DC6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260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0CFE2-C8A0-4B62-8E51-9C03D9A3F48F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365C6-BAE6-4AB3-ADC5-408F9416DC6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35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0CFE2-C8A0-4B62-8E51-9C03D9A3F48F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365C6-BAE6-4AB3-ADC5-408F9416DC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77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0CFE2-C8A0-4B62-8E51-9C03D9A3F48F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365C6-BAE6-4AB3-ADC5-408F9416DC6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472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790CFE2-C8A0-4B62-8E51-9C03D9A3F48F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365C6-BAE6-4AB3-ADC5-408F9416DC6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126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0CFE2-C8A0-4B62-8E51-9C03D9A3F48F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365C6-BAE6-4AB3-ADC5-408F9416DC6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6343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0CFE2-C8A0-4B62-8E51-9C03D9A3F48F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365C6-BAE6-4AB3-ADC5-408F9416DC6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107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0CFE2-C8A0-4B62-8E51-9C03D9A3F48F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0C365C6-BAE6-4AB3-ADC5-408F9416DC6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54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093EC1-0D85-7242-0A22-A03C2B0A6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健康心理学期末测试题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2272DFE-181E-A11D-4E2F-7940FD039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以下皆为论述题：</a:t>
            </a:r>
            <a:endParaRPr lang="en-US" altLang="zh-CN" b="1" dirty="0"/>
          </a:p>
          <a:p>
            <a:r>
              <a:rPr lang="en-US" altLang="zh-CN" b="1" dirty="0"/>
              <a:t>1 </a:t>
            </a:r>
            <a:r>
              <a:rPr lang="zh-CN" altLang="en-US" b="1" dirty="0"/>
              <a:t>自卑对心理健康的影响（</a:t>
            </a:r>
            <a:r>
              <a:rPr lang="en-US" altLang="zh-CN" b="1" dirty="0"/>
              <a:t>20</a:t>
            </a:r>
            <a:r>
              <a:rPr lang="zh-CN" altLang="en-US" b="1" dirty="0"/>
              <a:t>分）</a:t>
            </a:r>
            <a:endParaRPr lang="en-US" altLang="zh-CN" b="1" dirty="0"/>
          </a:p>
          <a:p>
            <a:r>
              <a:rPr lang="en-US" altLang="zh-CN" b="1" dirty="0"/>
              <a:t>2</a:t>
            </a:r>
            <a:r>
              <a:rPr lang="zh-CN" altLang="en-US" b="1" dirty="0"/>
              <a:t>焦虑对心理健康的影响及其应对（</a:t>
            </a:r>
            <a:r>
              <a:rPr lang="en-US" altLang="zh-CN" b="1" dirty="0"/>
              <a:t>30</a:t>
            </a:r>
            <a:r>
              <a:rPr lang="zh-CN" altLang="en-US" b="1" dirty="0"/>
              <a:t>分）</a:t>
            </a:r>
            <a:endParaRPr lang="en-US" altLang="zh-CN" b="1" dirty="0"/>
          </a:p>
          <a:p>
            <a:r>
              <a:rPr lang="en-US" altLang="zh-CN" b="1" dirty="0"/>
              <a:t>3 </a:t>
            </a:r>
            <a:r>
              <a:rPr lang="zh-CN" altLang="en-US" b="1" dirty="0"/>
              <a:t>人际沟通中的言语技巧与非言语技巧（</a:t>
            </a:r>
            <a:r>
              <a:rPr lang="en-US" altLang="zh-CN" b="1" dirty="0"/>
              <a:t>20</a:t>
            </a:r>
            <a:r>
              <a:rPr lang="zh-CN" altLang="en-US" b="1" dirty="0"/>
              <a:t>分）</a:t>
            </a:r>
            <a:endParaRPr lang="en-US" altLang="zh-CN" b="1" dirty="0"/>
          </a:p>
          <a:p>
            <a:r>
              <a:rPr lang="en-US" altLang="zh-CN" b="1" dirty="0"/>
              <a:t>4</a:t>
            </a:r>
            <a:r>
              <a:rPr lang="zh-CN" altLang="en-US" b="1" dirty="0"/>
              <a:t>有人说“婚姻是爱情的坟墓”，有人说“没有爱情的婚姻是不道德的”，请你谈谈对爱情与婚姻关系的认识（</a:t>
            </a:r>
            <a:r>
              <a:rPr lang="en-US" altLang="zh-CN" b="1" dirty="0"/>
              <a:t>30</a:t>
            </a:r>
            <a:r>
              <a:rPr lang="zh-CN" altLang="en-US" b="1" dirty="0"/>
              <a:t>分）</a:t>
            </a:r>
          </a:p>
        </p:txBody>
      </p:sp>
    </p:spTree>
    <p:extLst>
      <p:ext uri="{BB962C8B-B14F-4D97-AF65-F5344CB8AC3E}">
        <p14:creationId xmlns:p14="http://schemas.microsoft.com/office/powerpoint/2010/main" val="2538500143"/>
      </p:ext>
    </p:extLst>
  </p:cSld>
  <p:clrMapOvr>
    <a:masterClrMapping/>
  </p:clrMapOvr>
</p:sld>
</file>

<file path=ppt/theme/theme1.xml><?xml version="1.0" encoding="utf-8"?>
<a:theme xmlns:a="http://schemas.openxmlformats.org/drawingml/2006/main" name="画廊">
  <a:themeElements>
    <a:clrScheme name="画廊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画廊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画廊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</TotalTime>
  <Words>83</Words>
  <Application>Microsoft Office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画廊</vt:lpstr>
      <vt:lpstr>健康心理学期末测试题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健康心理学期末测试题</dc:title>
  <dc:creator>Doudou</dc:creator>
  <cp:lastModifiedBy>Doudou</cp:lastModifiedBy>
  <cp:revision>2</cp:revision>
  <dcterms:created xsi:type="dcterms:W3CDTF">2022-06-07T02:39:14Z</dcterms:created>
  <dcterms:modified xsi:type="dcterms:W3CDTF">2022-06-09T07:08:14Z</dcterms:modified>
</cp:coreProperties>
</file>