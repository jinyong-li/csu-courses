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586" r:id="rId2"/>
    <p:sldId id="338" r:id="rId3"/>
    <p:sldId id="339" r:id="rId4"/>
    <p:sldId id="340" r:id="rId5"/>
    <p:sldId id="342" r:id="rId6"/>
    <p:sldId id="343" r:id="rId7"/>
    <p:sldId id="344" r:id="rId8"/>
    <p:sldId id="345" r:id="rId9"/>
    <p:sldId id="346" r:id="rId10"/>
    <p:sldId id="347" r:id="rId11"/>
    <p:sldId id="348" r:id="rId12"/>
    <p:sldId id="349" r:id="rId13"/>
    <p:sldId id="350" r:id="rId14"/>
    <p:sldId id="351" r:id="rId15"/>
    <p:sldId id="352" r:id="rId16"/>
    <p:sldId id="353" r:id="rId17"/>
    <p:sldId id="354" r:id="rId18"/>
    <p:sldId id="355" r:id="rId1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8516" autoAdjust="0"/>
    <p:restoredTop sz="94660"/>
  </p:normalViewPr>
  <p:slideViewPr>
    <p:cSldViewPr>
      <p:cViewPr varScale="1">
        <p:scale>
          <a:sx n="72" d="100"/>
          <a:sy n="72" d="100"/>
        </p:scale>
        <p:origin x="1812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5" name="副标题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31" name="日期占位符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B7069E51-F408-450C-B6F3-5472A5CF7A3D}" type="datetimeFigureOut">
              <a:rPr lang="zh-CN" altLang="en-US" smtClean="0"/>
              <a:pPr/>
              <a:t>2020/3/24</a:t>
            </a:fld>
            <a:endParaRPr lang="zh-CN" altLang="en-US"/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69E51-F408-450C-B6F3-5472A5CF7A3D}" type="datetimeFigureOut">
              <a:rPr lang="zh-CN" altLang="en-US" smtClean="0"/>
              <a:pPr/>
              <a:t>2020/3/24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7069E51-F408-450C-B6F3-5472A5CF7A3D}" type="datetimeFigureOut">
              <a:rPr lang="zh-CN" altLang="en-US" smtClean="0"/>
              <a:pPr/>
              <a:t>2020/3/24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69E51-F408-450C-B6F3-5472A5CF7A3D}" type="datetimeFigureOut">
              <a:rPr lang="zh-CN" altLang="en-US" smtClean="0"/>
              <a:pPr/>
              <a:t>2020/3/24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69E51-F408-450C-B6F3-5472A5CF7A3D}" type="datetimeFigureOut">
              <a:rPr lang="zh-CN" altLang="en-US" smtClean="0"/>
              <a:pPr/>
              <a:t>2020/3/24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69E51-F408-450C-B6F3-5472A5CF7A3D}" type="datetimeFigureOut">
              <a:rPr lang="zh-CN" altLang="en-US" smtClean="0"/>
              <a:pPr/>
              <a:t>2020/3/24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7069E51-F408-450C-B6F3-5472A5CF7A3D}" type="datetimeFigureOut">
              <a:rPr lang="zh-CN" altLang="en-US" smtClean="0"/>
              <a:pPr/>
              <a:t>2020/3/24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69E51-F408-450C-B6F3-5472A5CF7A3D}" type="datetimeFigureOut">
              <a:rPr lang="zh-CN" altLang="en-US" smtClean="0"/>
              <a:pPr/>
              <a:t>2020/3/24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69E51-F408-450C-B6F3-5472A5CF7A3D}" type="datetimeFigureOut">
              <a:rPr lang="zh-CN" altLang="en-US" smtClean="0"/>
              <a:pPr/>
              <a:t>2020/3/24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69E51-F408-450C-B6F3-5472A5CF7A3D}" type="datetimeFigureOut">
              <a:rPr lang="zh-CN" altLang="en-US" smtClean="0"/>
              <a:pPr/>
              <a:t>2020/3/24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B7069E51-F408-450C-B6F3-5472A5CF7A3D}" type="datetimeFigureOut">
              <a:rPr lang="zh-CN" altLang="en-US" smtClean="0"/>
              <a:pPr/>
              <a:t>2020/3/24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27" name="日期占位符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B7069E51-F408-450C-B6F3-5472A5CF7A3D}" type="datetimeFigureOut">
              <a:rPr lang="zh-CN" altLang="en-US" smtClean="0"/>
              <a:pPr/>
              <a:t>2020/3/24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A8DF88-493A-41B9-A98C-6422A3437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第三章 你自信吗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535267-05D8-429E-B517-7BCC33CAB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CN" sz="4400" dirty="0"/>
          </a:p>
          <a:p>
            <a:r>
              <a:rPr lang="en-US" altLang="zh-CN" sz="4400" dirty="0"/>
              <a:t>01</a:t>
            </a:r>
            <a:r>
              <a:rPr lang="zh-CN" altLang="en-US" sz="4400" dirty="0"/>
              <a:t>自信测试</a:t>
            </a:r>
            <a:endParaRPr lang="en-US" altLang="zh-CN" sz="4400" dirty="0"/>
          </a:p>
          <a:p>
            <a:r>
              <a:rPr lang="en-US" altLang="zh-CN" sz="4400" dirty="0"/>
              <a:t>02</a:t>
            </a:r>
            <a:r>
              <a:rPr lang="zh-CN" altLang="en-US" sz="4400" dirty="0"/>
              <a:t>建立自信的方法</a:t>
            </a:r>
            <a:endParaRPr lang="en-US" altLang="zh-CN" sz="4400" dirty="0"/>
          </a:p>
        </p:txBody>
      </p:sp>
    </p:spTree>
    <p:extLst>
      <p:ext uri="{BB962C8B-B14F-4D97-AF65-F5344CB8AC3E}">
        <p14:creationId xmlns:p14="http://schemas.microsoft.com/office/powerpoint/2010/main" val="106696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01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自信测试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1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一旦您下定决心，即使没有人赞同，你仍然会坚持做到底吗？</a:t>
            </a:r>
          </a:p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2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参加晚宴时，即使很想上洗手间，您也会忍着直到宴会结束吗？</a:t>
            </a:r>
          </a:p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3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如果想买性感内衣，你会尽量邮购，而不亲自到店里去吗？</a:t>
            </a:r>
          </a:p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4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你认为你是绝佳的情人吗？</a:t>
            </a:r>
          </a:p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5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如果店员的服务态度不好，你会告诉他们经理吗？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2277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72067" y="2132856"/>
            <a:ext cx="7408333" cy="3993307"/>
          </a:xfrm>
        </p:spPr>
        <p:txBody>
          <a:bodyPr/>
          <a:lstStyle/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6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你不常欣赏自己的照片吗？</a:t>
            </a:r>
          </a:p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7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别人批评你，你会觉得难过吗？</a:t>
            </a:r>
          </a:p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8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你很少对人说出你真正的意见吗？</a:t>
            </a:r>
          </a:p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9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对别人的赞美，你持怀疑态度吗？</a:t>
            </a:r>
          </a:p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10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你总是觉得的你比别人差吗？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914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11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你对自己的外表满意吗？</a:t>
            </a:r>
          </a:p>
          <a:p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 </a:t>
            </a:r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12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你认为自己的能力比别人强吗？</a:t>
            </a:r>
          </a:p>
          <a:p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 </a:t>
            </a:r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13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在聚会上，只有你一个人穿的不正式，你会感到不自在吗？</a:t>
            </a:r>
          </a:p>
          <a:p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 </a:t>
            </a:r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14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你是个受欢迎的人吗？</a:t>
            </a:r>
          </a:p>
          <a:p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 </a:t>
            </a:r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15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你认为自己很有魅力吗？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588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16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你有幽默感吗？</a:t>
            </a:r>
          </a:p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17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目前的工作是你的专长吗？</a:t>
            </a:r>
          </a:p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18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你懂得搭配衣服吗？</a:t>
            </a:r>
          </a:p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19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危急时，你很冷静吗？</a:t>
            </a:r>
          </a:p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20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你与别人合作无间吗？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8586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21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你认为自己只是个寻常人吗？</a:t>
            </a:r>
          </a:p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22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你经常希望自己长的象某某人吗？</a:t>
            </a:r>
          </a:p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23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你经常羡慕别人成就吗？</a:t>
            </a:r>
          </a:p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24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你为不使他人难过，而放弃自己喜欢做的事吗？</a:t>
            </a:r>
          </a:p>
          <a:p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 </a:t>
            </a:r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25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你会为了讨好别人而打扮吗？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2971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26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你勉强自己作很多不愿意作的事吗？</a:t>
            </a:r>
          </a:p>
          <a:p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 </a:t>
            </a:r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27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你任由他人来支配您的生活吗？</a:t>
            </a:r>
          </a:p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28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您认为你的优点比缺点多吗？</a:t>
            </a:r>
          </a:p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29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你经常跟人说抱歉吗？即使在不是你错的情况下。</a:t>
            </a:r>
          </a:p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30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如果在非故意的情况下伤了别人的心，你会难过吗？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339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31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你希望自己具备更多的才能和天赋吗？</a:t>
            </a:r>
          </a:p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32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你希望听取别人的意见吗？</a:t>
            </a:r>
          </a:p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33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在聚会上，你经常等别人跟你打招呼吗？</a:t>
            </a:r>
          </a:p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34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你每天照镜子超过</a:t>
            </a:r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3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次吗？</a:t>
            </a:r>
          </a:p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35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你个性很强吗？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177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36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你是个优秀的领导者吗？</a:t>
            </a:r>
          </a:p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37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你记性很好吗？</a:t>
            </a:r>
          </a:p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38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你对异性有吸引力吗？</a:t>
            </a:r>
          </a:p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39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你懂得理财吗？</a:t>
            </a:r>
          </a:p>
          <a:p>
            <a:r>
              <a:rPr lang="en-US" altLang="zh-CN" dirty="0">
                <a:latin typeface="华文隶书" pitchFamily="2" charset="-122"/>
                <a:ea typeface="华文隶书" pitchFamily="2" charset="-122"/>
              </a:rPr>
              <a:t>40 </a:t>
            </a:r>
            <a:r>
              <a:rPr lang="zh-CN" altLang="en-US" dirty="0">
                <a:latin typeface="华文隶书" pitchFamily="2" charset="-122"/>
                <a:ea typeface="华文隶书" pitchFamily="2" charset="-122"/>
              </a:rPr>
              <a:t>买衣服前，你通常先听取别人的意见吗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2350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测试评价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黑体" pitchFamily="2" charset="-122"/>
                <a:ea typeface="黑体" pitchFamily="2" charset="-122"/>
              </a:rPr>
              <a:t>如果你的分数是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25~40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，说明你对自己信心十足，明白自己的优点，同时也清楚自己的缺点。不过，在此警告你一声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如果你的得分将近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40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的话，别人可能会认为你很自大狂妄，甚至气焰太甚。你不妨在别人面前谦虚一点，这样人缘才会好。</a:t>
            </a:r>
          </a:p>
          <a:p>
            <a:r>
              <a:rPr lang="zh-CN" altLang="en-US" dirty="0">
                <a:latin typeface="黑体" pitchFamily="2" charset="-122"/>
                <a:ea typeface="黑体" pitchFamily="2" charset="-122"/>
              </a:rPr>
              <a:t>如果你的分数是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12~24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，说明你对自己颇有信心，但是你仍或多或少缺乏安全感，对自己产生怀疑。你不妨提醒自己，在优点和长处各方面并不输人，特别强调自己的才能和成就。</a:t>
            </a:r>
            <a:r>
              <a:rPr lang="zh-CN" altLang="en-US" dirty="0"/>
              <a:t>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7698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黑体" pitchFamily="2" charset="-122"/>
                <a:ea typeface="黑体" pitchFamily="2" charset="-122"/>
              </a:rPr>
              <a:t>如果你的分数是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以下，说明你对自己显然不太有信心。你过于谦虚和自我压抑，因此经常受人支配。从现在起，尽量不要去想自己的弱点，多往好的一面去衡量；先学会看重自己，别人才会真正看重你。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1331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华文隶书" pitchFamily="2" charset="-122"/>
              </a:rPr>
              <a:t>02</a:t>
            </a:r>
            <a:r>
              <a:rPr lang="zh-CN" altLang="en-US" dirty="0">
                <a:ea typeface="华文隶书" pitchFamily="2" charset="-122"/>
              </a:rPr>
              <a:t>建立自信的方法</a:t>
            </a:r>
            <a:r>
              <a:rPr lang="en-US" altLang="zh-CN" dirty="0">
                <a:ea typeface="华文隶书" pitchFamily="2" charset="-122"/>
              </a:rPr>
              <a:t>1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b="1" dirty="0">
                <a:latin typeface="华文隶书" pitchFamily="2" charset="-122"/>
                <a:ea typeface="华文隶书" pitchFamily="2" charset="-122"/>
              </a:rPr>
              <a:t>1.</a:t>
            </a:r>
            <a:r>
              <a:rPr lang="zh-CN" altLang="en-US" b="1" dirty="0">
                <a:latin typeface="华文隶书" pitchFamily="2" charset="-122"/>
                <a:ea typeface="华文隶书" pitchFamily="2" charset="-122"/>
              </a:rPr>
              <a:t>学会进入别人的视线</a:t>
            </a:r>
            <a:r>
              <a:rPr lang="zh-CN" altLang="en-US" dirty="0"/>
              <a:t> </a:t>
            </a:r>
          </a:p>
          <a:p>
            <a:pPr>
              <a:lnSpc>
                <a:spcPct val="90000"/>
              </a:lnSpc>
            </a:pPr>
            <a:r>
              <a:rPr lang="zh-CN" altLang="en-US" dirty="0"/>
              <a:t>你是否注意到，无论在教学或教室的各种聚会中，后排的座位是怎么先被坐满的吗</a:t>
            </a:r>
            <a:r>
              <a:rPr lang="en-US" altLang="zh-CN" dirty="0"/>
              <a:t>?</a:t>
            </a:r>
            <a:r>
              <a:rPr lang="zh-CN" altLang="en-US" dirty="0"/>
              <a:t>大部分占据后排座的人，都希望自己不会“太显眼”。而他们怕受人注目的原因就是缺乏信心。 坐在前面能建立信心。把它当作一个规则试试看，从现在开始就尽量往前坐。当然，坐前面会比较显眼，但要记住，有关成功的一切都是显眼的。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2569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2.</a:t>
            </a:r>
            <a:r>
              <a:rPr lang="zh-CN" altLang="en-US" b="1" dirty="0"/>
              <a:t>学会正视别人</a:t>
            </a:r>
          </a:p>
          <a:p>
            <a:r>
              <a:rPr lang="zh-CN" altLang="en-US" dirty="0"/>
              <a:t>一个人的眼神可以透露出许多有关他的信息。 </a:t>
            </a:r>
          </a:p>
          <a:p>
            <a:r>
              <a:rPr lang="zh-CN" altLang="en-US" dirty="0"/>
              <a:t>正视别人等于告诉你：我很诚实，而且光明正大。我相信我告诉你的话是真的，毫不心虚。 </a:t>
            </a:r>
          </a:p>
          <a:p>
            <a:r>
              <a:rPr lang="zh-CN" altLang="en-US" dirty="0"/>
              <a:t>不正视别人通常意味着：在你旁边我感到很自卑；我感到不如你；我怕你。躲避别人的眼神意味着：我有罪恶感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1808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3.</a:t>
            </a:r>
            <a:r>
              <a:rPr lang="zh-CN" altLang="en-US" b="1" dirty="0"/>
              <a:t>学会当众发言</a:t>
            </a:r>
            <a:r>
              <a:rPr lang="zh-CN" altLang="en-US" dirty="0"/>
              <a:t> </a:t>
            </a:r>
          </a:p>
          <a:p>
            <a:r>
              <a:rPr lang="zh-CN" altLang="en-US" dirty="0"/>
              <a:t>不论是参加什么性质的会议，每次都要主动发言，也许是评论，也许是建议或提问题，都不要有例外。而且，不要最后才发言。 </a:t>
            </a:r>
          </a:p>
          <a:p>
            <a:r>
              <a:rPr lang="zh-CN" altLang="en-US" dirty="0"/>
              <a:t>如果在会议中沉默寡言</a:t>
            </a:r>
            <a:r>
              <a:rPr lang="en-US" altLang="zh-CN" dirty="0"/>
              <a:t>,</a:t>
            </a:r>
            <a:r>
              <a:rPr lang="zh-CN" altLang="en-US" dirty="0"/>
              <a:t>他会愈来愈丧失自信</a:t>
            </a:r>
            <a:r>
              <a:rPr lang="en-US" altLang="zh-CN" dirty="0"/>
              <a:t>.</a:t>
            </a:r>
            <a:r>
              <a:rPr lang="zh-CN" altLang="en-US" dirty="0"/>
              <a:t>如果尽量发言，就会增加信心，下次也更容易发言。所以，要多发言，这是信心的“维他命”。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6357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b="1" dirty="0"/>
              <a:t>4.</a:t>
            </a:r>
            <a:r>
              <a:rPr lang="zh-CN" altLang="en-US" b="1" dirty="0"/>
              <a:t>运用肯定的语气</a:t>
            </a:r>
          </a:p>
          <a:p>
            <a:pPr>
              <a:lnSpc>
                <a:spcPct val="80000"/>
              </a:lnSpc>
            </a:pPr>
            <a:r>
              <a:rPr lang="zh-CN" altLang="en-US" dirty="0"/>
              <a:t>学会肯定自己</a:t>
            </a:r>
            <a:r>
              <a:rPr lang="en-US" altLang="zh-CN" dirty="0"/>
              <a:t>,</a:t>
            </a:r>
            <a:r>
              <a:rPr lang="zh-CN" altLang="en-US" dirty="0"/>
              <a:t>会增强自信</a:t>
            </a:r>
            <a:r>
              <a:rPr lang="en-US" altLang="zh-CN" dirty="0"/>
              <a:t>,</a:t>
            </a:r>
            <a:r>
              <a:rPr lang="zh-CN" altLang="en-US" dirty="0"/>
              <a:t>并有幸福感</a:t>
            </a:r>
            <a:r>
              <a:rPr lang="en-US" altLang="zh-CN" dirty="0"/>
              <a:t>.</a:t>
            </a:r>
          </a:p>
          <a:p>
            <a:pPr>
              <a:lnSpc>
                <a:spcPct val="80000"/>
              </a:lnSpc>
            </a:pPr>
            <a:r>
              <a:rPr lang="en-US" altLang="zh-CN" b="1" dirty="0"/>
              <a:t>5.</a:t>
            </a:r>
            <a:r>
              <a:rPr lang="zh-CN" altLang="en-US" b="1" dirty="0"/>
              <a:t>抬头挺胸走快一点</a:t>
            </a:r>
          </a:p>
          <a:p>
            <a:pPr>
              <a:lnSpc>
                <a:spcPct val="80000"/>
              </a:lnSpc>
            </a:pPr>
            <a:r>
              <a:rPr lang="zh-CN" altLang="en-US" dirty="0"/>
              <a:t>心理学家将懒散的姿势、缓慢的步伐跟对自己、对工作以及对别人的不愉快的感受联系在一起。但是心理学家也告诉我们，借着改变姿势与速度，可以改变心理状态。你若仔细观察就会发现，身体的动作是心灵活动的结果。那些遭受打击、被排斥的人，走路都拖拖拉拉，完全没有自信心。 </a:t>
            </a:r>
          </a:p>
          <a:p>
            <a:pPr>
              <a:lnSpc>
                <a:spcPct val="80000"/>
              </a:lnSpc>
            </a:pPr>
            <a:r>
              <a:rPr lang="zh-CN" altLang="en-US" dirty="0"/>
              <a:t>抬头挺胸走快一点，你就会感到自信心在滋长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7318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6.</a:t>
            </a:r>
            <a:r>
              <a:rPr lang="zh-CN" altLang="en-US" b="1" dirty="0"/>
              <a:t>学会坦白</a:t>
            </a:r>
          </a:p>
          <a:p>
            <a:r>
              <a:rPr lang="zh-CN" altLang="en-US" dirty="0"/>
              <a:t>冷静地观察自己内心的情况，而后毫无隐瞒地抖出观察结果。如能模仿这种方法，把时时刻刻都在变化的心理秘密，毫不隐瞒地用言语表达出来，那么就没有产生烦恼的余力了</a:t>
            </a:r>
          </a:p>
        </p:txBody>
      </p:sp>
    </p:spTree>
    <p:extLst>
      <p:ext uri="{BB962C8B-B14F-4D97-AF65-F5344CB8AC3E}">
        <p14:creationId xmlns:p14="http://schemas.microsoft.com/office/powerpoint/2010/main" val="3726639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7.</a:t>
            </a:r>
            <a:r>
              <a:rPr lang="zh-CN" altLang="en-US" b="1" dirty="0"/>
              <a:t>做自己能做的事</a:t>
            </a:r>
            <a:r>
              <a:rPr lang="zh-CN" altLang="en-US" dirty="0"/>
              <a:t> </a:t>
            </a:r>
          </a:p>
          <a:p>
            <a:r>
              <a:rPr lang="zh-CN" altLang="en-US" dirty="0"/>
              <a:t>做自己做得到的事时，个性会显现出来。重要的是，与其极欲恢复自我的形象，不如找出当下可以做的事。 </a:t>
            </a:r>
          </a:p>
          <a:p>
            <a:r>
              <a:rPr lang="zh-CN" altLang="en-US" dirty="0"/>
              <a:t>一个健全的灵魂，会向往自己能够做到的事。心智发育未成熟的人，会不断采取非常强烈的自我中心的态度。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981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8.</a:t>
            </a:r>
            <a:r>
              <a:rPr lang="zh-CN" altLang="en-US" b="1" dirty="0"/>
              <a:t>自信培养自信心</a:t>
            </a:r>
          </a:p>
          <a:p>
            <a:r>
              <a:rPr lang="zh-CN" altLang="en-US" dirty="0"/>
              <a:t>缺乏自信时更应该做些充满自信的举动。缺乏自信时，与其对自己说没有自信，不如告诉自己是很有自信的。为了克服消极、否定的态度，我们应该试着采取积极、肯定的态度。产生自信心，是指不断地超越自己，产生一种来源于内心深处的最强大力量的过程。这种强大的力量一旦产生，你就会产生一种很明显的毫无畏惧的感觉、一种</a:t>
            </a:r>
            <a:r>
              <a:rPr lang="zh-CN" altLang="en-US" b="1" dirty="0">
                <a:solidFill>
                  <a:schemeClr val="tx1"/>
                </a:solidFill>
              </a:rPr>
              <a:t>战无不胜</a:t>
            </a:r>
            <a:r>
              <a:rPr lang="zh-CN" altLang="en-US" dirty="0"/>
              <a:t>的感觉 </a:t>
            </a:r>
            <a:r>
              <a:rPr lang="en-US" altLang="zh-CN" dirty="0"/>
              <a:t>.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19625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华丽">
  <a:themeElements>
    <a:clrScheme name="华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华丽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华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1265</Words>
  <Application>Microsoft Office PowerPoint</Application>
  <PresentationFormat>全屏显示(4:3)</PresentationFormat>
  <Paragraphs>71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黑体</vt:lpstr>
      <vt:lpstr>华文隶书</vt:lpstr>
      <vt:lpstr>Trebuchet MS</vt:lpstr>
      <vt:lpstr>Wingdings</vt:lpstr>
      <vt:lpstr>Wingdings 2</vt:lpstr>
      <vt:lpstr>华丽</vt:lpstr>
      <vt:lpstr>第三章 你自信吗</vt:lpstr>
      <vt:lpstr>01自信测试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测试评价</vt:lpstr>
      <vt:lpstr>PowerPoint 演示文稿</vt:lpstr>
      <vt:lpstr>02建立自信的方法1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健康心理学</dc:title>
  <dc:creator>Doudou</dc:creator>
  <cp:lastModifiedBy>Doudou</cp:lastModifiedBy>
  <cp:revision>19</cp:revision>
  <dcterms:created xsi:type="dcterms:W3CDTF">2020-02-12T09:34:15Z</dcterms:created>
  <dcterms:modified xsi:type="dcterms:W3CDTF">2020-03-24T03:52:46Z</dcterms:modified>
</cp:coreProperties>
</file>