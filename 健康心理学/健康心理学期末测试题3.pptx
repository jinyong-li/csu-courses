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93D954-9811-CFD1-F04F-121574265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B6BA27-7B0C-428C-F85A-8A8027026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F6F7D-CB65-6821-B8E4-8ED057CE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7544C-9669-B222-BA55-8575F01EE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682467-966B-86B1-6C91-F16A64FC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798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16100-EF31-8775-3315-A547A3FA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5DAFBC-6ACE-A6E1-ABDF-3D78D1D3B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9FF743-431C-8BF0-E113-31146B380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52EB5B-2AD1-0EBD-5B29-6D83B2EF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8722D7-4691-FCD0-4B89-271ED06C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543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51F1C-8057-EB8A-6AFA-7027005B2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A10CC5-D262-6A76-3242-A8CCA5E87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DE3921-F30A-1CAB-ADDD-1BFC0334D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3CF3AA-6463-88DA-B785-8ADEA5236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B7097F-72AE-C2BC-E6B4-EE9F2413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497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B9E83D-6AD9-041E-F68A-42DC907DD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A818A-9CEB-6300-5991-5DB706337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07E3F4-4FE2-A1C6-DA19-E1A654716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0155FD-7851-E2F6-5B49-4C54A9E0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F5C69B-CE10-DC6B-91AF-34953C77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99AB85-256C-81EE-12B7-4388771C4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42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15F22-77FA-01E4-DE44-947480CAF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1F724D-5AF2-FB05-FE0C-BADA31CB6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699F60-92B2-1F70-F046-3E3D8C880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BE2461-B57D-0D7C-4FB6-D26800AC6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77BC29-DE2C-BA6B-EFE9-5419660166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C7A1FC-394C-F059-485F-D76B340D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528FE9-C6F9-BE43-22CC-9261C0F52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478945-C537-15C4-F950-96FAFABD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007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2B39A-3144-2AEF-9D19-B0AE8408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4180EF-F758-39D6-8656-3C03AD67D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06B85D-4D60-B66B-F5F1-7D510B751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F9479E-FA1E-E524-D266-FDE5CE82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15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AC4DEC-9902-1878-6C06-B76A6D1F5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CFED5D-924D-57E5-614D-9B58BCB80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56505B-FE18-4427-114D-1D7B1BAEC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744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62796-BF52-01FF-05AB-5EF36316A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03AB67-1B5E-78E4-AB06-F37C2B520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2F5243-23C0-D955-E8F8-8AC417122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DD82E0-72A2-D60C-8744-75562E041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C008B3-957D-4DE1-14CF-635F6842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D4B99A-D30F-4C84-808C-BF96EE6D9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82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346C2-1E7B-110F-A937-0E3FD2727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04B243-B56D-4657-E5D7-99742A81C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2E94A4-C8E5-AE65-FF05-7AD73EE5F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B4C141-E62C-206F-CB39-DE0EBD85F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428992-14AA-51DC-AE3F-0BE411F2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D25926-7299-F61A-220C-C0776F197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420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89F8B-E176-F10D-2B80-410D7B743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E0CEC4-6F19-219D-5623-13686F952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7E5D6-F504-48D4-2FCE-2AE038E15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CB3315-1A2B-3876-74E9-76CB07761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97B57D-63AA-569E-3B0E-13C1AD410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48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0221B5-35AE-F26D-1279-1365FF43DC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2A4D426-DC3C-3796-D5D7-57F13BDED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E598C0-6EC2-73FA-84F2-C0ED341C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C73749-3230-7012-6980-D93DFB27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EBF7E-AB6C-58FB-FA95-AC4AA930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16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D17709-99E1-CBED-9D33-E744C3BFF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567146-DDCD-FBF1-638D-CE09AA143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4BAC5C-8B7F-94CD-5FB0-7875AEF93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297CC-3EB6-4A13-B545-2EAF02BACC5D}" type="datetimeFigureOut">
              <a:rPr lang="zh-CN" altLang="en-US" smtClean="0"/>
              <a:t>2022/12/29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691FA5-0441-54D9-73B3-6A962D38F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42CDF-AC94-A6A2-9BED-ECFE3AB78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A2443-1BD6-478F-8755-26859B52D6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2266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86B5F95-638C-D8AB-8859-92D223093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以下试题皆为论述题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C107C4B-1E96-8407-D8DE-3BF81B7E3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1 </a:t>
            </a:r>
            <a:r>
              <a:rPr lang="zh-CN" altLang="en-US" dirty="0"/>
              <a:t>以焦虑为例，论述负面情绪对心理健康的影响及应对（</a:t>
            </a:r>
            <a:r>
              <a:rPr lang="en-US" altLang="zh-CN" dirty="0"/>
              <a:t>30</a:t>
            </a:r>
            <a:r>
              <a:rPr lang="zh-CN" altLang="en-US" dirty="0"/>
              <a:t>分）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价值观对心理健康的作用（</a:t>
            </a:r>
            <a:r>
              <a:rPr lang="en-US" altLang="zh-CN" dirty="0"/>
              <a:t>20</a:t>
            </a:r>
            <a:r>
              <a:rPr lang="zh-CN" altLang="en-US" dirty="0"/>
              <a:t>分）</a:t>
            </a:r>
            <a:endParaRPr lang="en-US" altLang="zh-CN" dirty="0"/>
          </a:p>
          <a:p>
            <a:r>
              <a:rPr lang="en-US" altLang="zh-CN" dirty="0"/>
              <a:t>3 </a:t>
            </a:r>
            <a:r>
              <a:rPr lang="zh-CN" altLang="en-US" dirty="0"/>
              <a:t>幸福而又稳定的婚姻要素（</a:t>
            </a:r>
            <a:r>
              <a:rPr lang="en-US" altLang="zh-CN" dirty="0"/>
              <a:t>20</a:t>
            </a:r>
            <a:r>
              <a:rPr lang="zh-CN" altLang="en-US" dirty="0"/>
              <a:t>分）</a:t>
            </a:r>
            <a:endParaRPr lang="en-US" altLang="zh-CN" dirty="0"/>
          </a:p>
          <a:p>
            <a:r>
              <a:rPr lang="en-US" altLang="zh-CN" dirty="0"/>
              <a:t>4 </a:t>
            </a:r>
            <a:r>
              <a:rPr lang="zh-CN" altLang="en-US" dirty="0"/>
              <a:t>人际沟通障碍及应对（</a:t>
            </a:r>
            <a:r>
              <a:rPr lang="en-US" altLang="zh-CN" dirty="0"/>
              <a:t>30</a:t>
            </a:r>
            <a:r>
              <a:rPr lang="zh-CN" altLang="en-US"/>
              <a:t>分）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4551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以下试题皆为论述题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以下试题皆为论述题</dc:title>
  <dc:creator>Doudou</dc:creator>
  <cp:lastModifiedBy>Doudou</cp:lastModifiedBy>
  <cp:revision>1</cp:revision>
  <dcterms:created xsi:type="dcterms:W3CDTF">2022-12-29T08:11:49Z</dcterms:created>
  <dcterms:modified xsi:type="dcterms:W3CDTF">2022-12-29T08:12:15Z</dcterms:modified>
</cp:coreProperties>
</file>